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5" r:id="rId5"/>
    <p:sldId id="274" r:id="rId6"/>
    <p:sldId id="260" r:id="rId7"/>
    <p:sldId id="271" r:id="rId8"/>
    <p:sldId id="261" r:id="rId9"/>
    <p:sldId id="262" r:id="rId10"/>
    <p:sldId id="272" r:id="rId11"/>
    <p:sldId id="273" r:id="rId12"/>
    <p:sldId id="263" r:id="rId13"/>
    <p:sldId id="264" r:id="rId14"/>
    <p:sldId id="265" r:id="rId15"/>
    <p:sldId id="266" r:id="rId16"/>
    <p:sldId id="276" r:id="rId17"/>
    <p:sldId id="277" r:id="rId18"/>
    <p:sldId id="278" r:id="rId19"/>
    <p:sldId id="279" r:id="rId20"/>
    <p:sldId id="267" r:id="rId21"/>
    <p:sldId id="268" r:id="rId22"/>
    <p:sldId id="269" r:id="rId23"/>
    <p:sldId id="270" r:id="rId24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DD430-1168-43D9-B653-A995661E0353}" type="datetimeFigureOut">
              <a:rPr lang="en-US" smtClean="0"/>
              <a:pPr/>
              <a:t>9/15/2022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DAAB7-1B65-4A9A-9B8A-9477021F52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4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2DAAB7-1B65-4A9A-9B8A-9477021F525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D1BF-339F-42CB-9C6F-74FF471221BA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06D83-A67E-4164-82F1-B6BE93DFC64C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1477-00AE-4FCF-8BC3-67A8AD4D5D69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F6474-5036-4E9F-9082-B7D6A105B8EA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5B4E-73D0-406B-8C15-4A88DC21DA52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B5564-85DB-47E9-8539-5B461B8D5D8C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0C2B7-2FC4-44E0-A6F7-E510448EF0BD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A4AB-6189-4D20-8F62-0BD3463D0711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93D78-56DF-4761-83DC-76DE9DA66530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59AA-7149-45CB-90E1-FF44D2A8750A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D9E24-FACB-436E-B8D5-C96F32CD0A48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E7BF5-369B-41CA-89BE-3A4170EDDBBB}" type="datetime1">
              <a:rPr lang="en-US" smtClean="0"/>
              <a:pPr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Reconfigurable multi-clock RingNet based MpSoc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8BD5B-FB61-4B5D-8E15-84383BBC546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28600"/>
            <a:ext cx="89916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209800"/>
            <a:ext cx="8458200" cy="4724400"/>
          </a:xfrm>
        </p:spPr>
        <p:txBody>
          <a:bodyPr>
            <a:normAutofit/>
          </a:bodyPr>
          <a:lstStyle/>
          <a:p>
            <a:endParaRPr lang="en-US" sz="43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3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BATCH MEMBERS</a:t>
            </a: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 the Guidance of,</a:t>
            </a:r>
          </a:p>
          <a:p>
            <a:r>
              <a:rPr lang="en-US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43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AIM &amp; OBJECTIVE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Human Features</a:t>
            </a:r>
          </a:p>
          <a:p>
            <a:r>
              <a:rPr lang="en-US" b="1" dirty="0"/>
              <a:t>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1: Initialization of body shape model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2: Tracking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       3: Recognition Features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4: Recognition Features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AIM&amp;OBJECTIVE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077200" cy="31242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 identification like fingerprints, retina, palm and voice recognition needs subject's permission and physical attention.</a:t>
            </a:r>
          </a:p>
          <a:p>
            <a:pPr algn="just">
              <a:lnSpc>
                <a:spcPct val="170000"/>
              </a:lnSpc>
            </a:pP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Gait recognition works on the gait of walking subjects to identify people without them knowing or without their permission. </a:t>
            </a:r>
          </a:p>
          <a:p>
            <a:pPr algn="just">
              <a:lnSpc>
                <a:spcPct val="170000"/>
              </a:lnSpc>
            </a:pP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Project is to detect humans based their Waling styles.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first extract the gait features from image sequences using the Feature Module. Features are then trained based on the frequencies of these feature trajectories, from which recognition is performed.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6143-7A0B-40BC-8EE2-DA1A2C2A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3636-3B85-42C5-B516-1040BF08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Gait recognition is a promising topic in the biometric technology. </a:t>
            </a:r>
          </a:p>
          <a:p>
            <a:pPr algn="just"/>
            <a:r>
              <a:rPr lang="en-US" dirty="0"/>
              <a:t>The main aim of the technique identifies individuals based on their walk style.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DC85E-D587-42A2-BF6E-47B4CB93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E5E2B-8254-4F7D-BCB5-5D8BB19E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1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67663"/>
              </p:ext>
            </p:extLst>
          </p:nvPr>
        </p:nvGraphicFramePr>
        <p:xfrm>
          <a:off x="381000" y="1447799"/>
          <a:ext cx="8229600" cy="4683357"/>
        </p:xfrm>
        <a:graphic>
          <a:graphicData uri="http://schemas.openxmlformats.org/drawingml/2006/table">
            <a:tbl>
              <a:tblPr/>
              <a:tblGrid>
                <a:gridCol w="193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3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latin typeface="Times New Roman"/>
                          <a:ea typeface="Calibri"/>
                          <a:cs typeface="Latha"/>
                        </a:rPr>
                        <a:t>TITLE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latin typeface="Times New Roman"/>
                          <a:ea typeface="Calibri"/>
                          <a:cs typeface="Latha"/>
                        </a:rPr>
                        <a:t>AUTHOR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latin typeface="Times New Roman"/>
                          <a:ea typeface="Calibri"/>
                          <a:cs typeface="Latha"/>
                        </a:rPr>
                        <a:t>MONTH/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latin typeface="Times New Roman"/>
                          <a:ea typeface="Calibri"/>
                          <a:cs typeface="Latha"/>
                        </a:rPr>
                        <a:t>YEAR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latin typeface="Times New Roman"/>
                          <a:ea typeface="Calibri"/>
                          <a:cs typeface="Latha"/>
                        </a:rPr>
                        <a:t>EXPLANATION</a:t>
                      </a:r>
                      <a:endParaRPr lang="en-US" sz="80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94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Analyzing and Recognizing Walking Figures in XYT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800" dirty="0"/>
                        <a:t>S. A. Niyogi, E. H. Adelson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December</a:t>
                      </a:r>
                      <a:r>
                        <a:rPr lang="en-US" sz="800" baseline="0" dirty="0">
                          <a:latin typeface="Times New Roman"/>
                          <a:ea typeface="Bookman Old Style"/>
                          <a:cs typeface="Latha"/>
                        </a:rPr>
                        <a:t> 2017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The study in extracts 2D XT sheets that encode the person’s inner and outer bounding contours. The approach in is first restricted to gait front parallel to the camera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Pros. Better Features Extraction Applied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Cons. Less Accuracy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Gait Sequence Analysis using Frieze Patterns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err="1"/>
                        <a:t>Yanxi</a:t>
                      </a:r>
                      <a:r>
                        <a:rPr lang="en-US" sz="800" dirty="0"/>
                        <a:t> Liu, R. T. Collins, T. </a:t>
                      </a:r>
                      <a:r>
                        <a:rPr lang="en-US" sz="800" dirty="0" err="1"/>
                        <a:t>Tsin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2018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a </a:t>
                      </a:r>
                      <a:r>
                        <a:rPr lang="en-US" sz="800" dirty="0" err="1">
                          <a:latin typeface="Times New Roman"/>
                          <a:ea typeface="Bookman Old Style"/>
                          <a:cs typeface="Latha"/>
                        </a:rPr>
                        <a:t>spatio</a:t>
                      </a: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-temporal gait representation is generated by projecting the body silhouette along its columns and rows, then stacking these 1D projections over time to form a 2D pattern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Pros: Better Classification Results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Cons: Only Considered 2D Patterns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93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Silhouette-Based Human Identification from Body Shape and Gait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R. Collins, R. Gross, and J. Shi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2017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Gait period analysis serves to determine the frequency and phase of each observed sequence so as to align sequences before matching.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Calibri"/>
                          <a:ea typeface="Calibri"/>
                          <a:cs typeface="Latha"/>
                        </a:rPr>
                        <a:t>Pros:  Considered Body shape features also.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Calibri"/>
                          <a:ea typeface="Calibri"/>
                          <a:cs typeface="Latha"/>
                        </a:rPr>
                        <a:t>Cons: Incomplete work</a:t>
                      </a: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24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 </a:t>
                      </a:r>
                      <a:r>
                        <a:rPr lang="en-US" sz="800" dirty="0"/>
                        <a:t>Silhouette Analysis-Based Gait Recognition for Human Identification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 dirty="0"/>
                        <a:t>L. Wang, T. Tan, H. Ning, W. Hu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March 2017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the aspect ratio of the bounding box of a moving silhouette, as a function of time, is also used to determine the period of the gait.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Pros. Applicable for all video format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Calibri"/>
                          <a:cs typeface="Latha"/>
                        </a:rPr>
                        <a:t>Cons. Less Accuracy</a:t>
                      </a:r>
                      <a:endParaRPr lang="en-US" sz="800" dirty="0">
                        <a:latin typeface="+mn-lt"/>
                        <a:ea typeface="Calibri"/>
                        <a:cs typeface="Latha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62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Detecting Activities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R. </a:t>
                      </a:r>
                      <a:r>
                        <a:rPr lang="en-US" sz="800" dirty="0" err="1"/>
                        <a:t>Polana</a:t>
                      </a:r>
                      <a:r>
                        <a:rPr lang="en-US" sz="800" dirty="0"/>
                        <a:t>, R. Nelson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Times New Roman"/>
                          <a:ea typeface="Bookman Old Style"/>
                          <a:cs typeface="Latha"/>
                        </a:rPr>
                        <a:t>2018</a:t>
                      </a: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they used similar techniques as in to judge the degree of periodicity. They compute a reference curve (which is essentially a trajectory) by tracking the centroid of a moving region in several frames.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+mn-lt"/>
                          <a:ea typeface="Calibri"/>
                          <a:cs typeface="Latha"/>
                        </a:rPr>
                        <a:t>Pros: Movement Modules implemented.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latin typeface="+mn-lt"/>
                          <a:ea typeface="Calibri"/>
                          <a:cs typeface="Latha"/>
                        </a:rPr>
                        <a:t>Cons: Incomplete work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Latha"/>
                      </a:endParaRPr>
                    </a:p>
                  </a:txBody>
                  <a:tcPr marL="48141" marR="481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485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153400" cy="480059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 In the existing system a Multi-view Gait Generative Adversarial Network (</a:t>
            </a:r>
            <a:r>
              <a:rPr lang="en-US" dirty="0" err="1">
                <a:latin typeface="Times New Roman" panose="02020603050405020304" pitchFamily="18" charset="0"/>
                <a:cs typeface="Times New Roman" pitchFamily="18" charset="0"/>
              </a:rPr>
              <a:t>MvGGAN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) to generate gait samples to extend gait datasets, which provides adequate gait samples for deep learning-based cross-view gait recognition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 Accuracy</a:t>
            </a:r>
          </a:p>
          <a:p>
            <a:r>
              <a:rPr lang="en-US" dirty="0"/>
              <a:t>Static Recognition</a:t>
            </a:r>
          </a:p>
          <a:p>
            <a:r>
              <a:rPr lang="en-US" dirty="0"/>
              <a:t>Invalid Features generated.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3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Gait recognition is the process where the features of human motion are automatically obtained/extracted and later these features enable us to authenticate the identity of the person in motion. </a:t>
            </a:r>
          </a:p>
          <a:p>
            <a:pPr algn="just"/>
            <a:r>
              <a:rPr lang="en-US" dirty="0"/>
              <a:t>As like other pattern recognition techniques, gait recognition technique also involves 2 stages: </a:t>
            </a:r>
          </a:p>
          <a:p>
            <a:pPr algn="just"/>
            <a:r>
              <a:rPr lang="en-US" dirty="0"/>
              <a:t>Information is derived from human locomotion in the first stage i.e. feature extraction stage.</a:t>
            </a:r>
          </a:p>
          <a:p>
            <a:pPr algn="just"/>
            <a:r>
              <a:rPr lang="en-US" dirty="0"/>
              <a:t>In the next stage, i.e. the recognition stage, a standard similarity computation technique (Incremental Component Analysis) is used to obtain results for being a match or a mismatch.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Reconfigurable multi-clock </a:t>
            </a:r>
            <a:r>
              <a:rPr lang="en-US" b="1" dirty="0" err="1">
                <a:solidFill>
                  <a:schemeClr val="tx1"/>
                </a:solidFill>
              </a:rPr>
              <a:t>RingNet</a:t>
            </a:r>
            <a:r>
              <a:rPr lang="en-US" b="1" dirty="0">
                <a:solidFill>
                  <a:schemeClr val="tx1"/>
                </a:solidFill>
              </a:rPr>
              <a:t> based </a:t>
            </a:r>
            <a:r>
              <a:rPr lang="en-US" b="1" dirty="0" err="1">
                <a:solidFill>
                  <a:schemeClr val="tx1"/>
                </a:solidFill>
              </a:rPr>
              <a:t>MpSoc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Human Features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47800"/>
            <a:ext cx="3552825" cy="434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2431"/>
            <a:ext cx="53340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817F60-AC61-64BE-6DAD-3BB8CA28C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53340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77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Accuracy system</a:t>
            </a:r>
          </a:p>
          <a:p>
            <a:r>
              <a:rPr lang="en-US" dirty="0"/>
              <a:t>Complex to system to Hack</a:t>
            </a:r>
          </a:p>
          <a:p>
            <a:r>
              <a:rPr lang="en-US" dirty="0"/>
              <a:t>High security recognition</a:t>
            </a:r>
          </a:p>
          <a:p>
            <a:r>
              <a:rPr lang="en-US" dirty="0"/>
              <a:t>3D Supports Available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00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   1:</a:t>
            </a:r>
            <a:r>
              <a:rPr lang="en-US" sz="4000" dirty="0"/>
              <a:t> Initialization of body shape model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orientation and the actual length of each body part in the image are defined in the initialization step. </a:t>
            </a:r>
          </a:p>
          <a:p>
            <a:pPr algn="just"/>
            <a:r>
              <a:rPr lang="en-US" dirty="0"/>
              <a:t>We choose to fit the Frame image when the two legs are furthest apart from each other (double stance phase).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dirty="0"/>
              <a:t>Tracking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Since we have extracted the shape model and the initial configuration, the next step is to extract gait signatures over time based on this shape model.</a:t>
            </a:r>
          </a:p>
          <a:p>
            <a:pPr algn="just"/>
            <a:r>
              <a:rPr lang="en-US" dirty="0"/>
              <a:t> Current 2D-based tracking methods use either image edges or dense optical flow for detection and tracking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4000" dirty="0"/>
              <a:t>Recognition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sagittal elevation angles extracted from the above tracking procedure capture the temporal dynamics of the gait of the subject, </a:t>
            </a:r>
          </a:p>
          <a:p>
            <a:pPr algn="just"/>
            <a:r>
              <a:rPr lang="en-US" dirty="0"/>
              <a:t>whereas the trajectories of the corresponding joint position reveal the spatial-temporal history.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4: </a:t>
            </a:r>
            <a:r>
              <a:rPr lang="en-US" sz="4000" dirty="0"/>
              <a:t>Recognition Features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Based on the tracking results obtained with the biped model, the differences across people are largely temporal. </a:t>
            </a:r>
          </a:p>
          <a:p>
            <a:pPr algn="just"/>
            <a:r>
              <a:rPr lang="en-US" dirty="0"/>
              <a:t>It is, therefore, necessary to choose a feature representation that makes the temporal characteristics of the data signal explicit.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BF37-7913-4CF7-90A6-180D9E33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7D45D-D6F1-4F2A-BAAB-E494ADBC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7EF22-0BD8-4058-A1A3-BBB365C0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265288-A885-48C8-8DD4-A12840416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28667" y="1676400"/>
            <a:ext cx="5486666" cy="37172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352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211E-678D-4AF9-8A54-5EBFF7C5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62658-9CB5-4350-A9E7-086D83FE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A66BD-D557-405E-B1D4-9D2F87F8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0C492B-B9D9-474A-BBD4-74BDF93FD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83486" y="2057400"/>
            <a:ext cx="4977028" cy="3399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469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0249-0C1C-439A-95E4-0BCFE7E8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79AF1-E549-4D0E-9375-EE6AC5C8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5EBED-1FF5-4397-A5DF-A493D7C4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1A1D58-4FB3-43F4-9396-AB7AEC393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38230" y="1905000"/>
            <a:ext cx="4114970" cy="36648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559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4B4C-B29B-4D12-B232-F39B1608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13108-302C-4681-84F4-F4BD0D63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Reconfigurable multi-clock RingNet based MpSoc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AAA6C-BB92-40DA-A616-FBFFBC04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6E5686-E776-4FD3-8986-68CB48F09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33600" y="1897797"/>
            <a:ext cx="4515012" cy="3978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837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project, we have shown a novel 2-step, model-based approach for gait recognition using human body movements exclusively.</a:t>
            </a:r>
          </a:p>
          <a:p>
            <a:r>
              <a:rPr lang="en-US" dirty="0"/>
              <a:t> As the concealable shape information is avoided, our method is more robust than the shape-based ones.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[1] S. Ayer and H. S. </a:t>
            </a:r>
            <a:r>
              <a:rPr lang="en-US" dirty="0" err="1"/>
              <a:t>Sawhney</a:t>
            </a:r>
            <a:r>
              <a:rPr lang="en-US" dirty="0"/>
              <a:t>. Layered representation of motion video using robust maximum-likelihood estimation of mixture models and MDL encoding. In IEEE International Conference on Computer Vision, pages 777–784, 1995.</a:t>
            </a:r>
          </a:p>
          <a:p>
            <a:pPr algn="just"/>
            <a:r>
              <a:rPr lang="en-US" dirty="0"/>
              <a:t> [2] A. Borghese, L. Bianchi, and F. </a:t>
            </a:r>
            <a:r>
              <a:rPr lang="en-US" dirty="0" err="1"/>
              <a:t>Lacquaniti</a:t>
            </a:r>
            <a:r>
              <a:rPr lang="en-US" dirty="0"/>
              <a:t>. Kinematic determinants of human locomotion. J. Physiology, 494(3):863– 879, 1996.</a:t>
            </a:r>
          </a:p>
          <a:p>
            <a:pPr algn="just"/>
            <a:r>
              <a:rPr lang="en-US" dirty="0"/>
              <a:t> [3] R. T. Collins, R. Gross, and J. Shi. Silhouette-based human identification from body shape and gait. In International Conference on Automatic Face and Gesture Recognition, 2002. </a:t>
            </a:r>
          </a:p>
          <a:p>
            <a:pPr algn="just"/>
            <a:r>
              <a:rPr lang="en-US" dirty="0"/>
              <a:t>[4] D. </a:t>
            </a:r>
            <a:r>
              <a:rPr lang="en-US" dirty="0" err="1"/>
              <a:t>Cunado</a:t>
            </a:r>
            <a:r>
              <a:rPr lang="en-US" dirty="0"/>
              <a:t>, M.S. Nixon, and J.N. Carter. Using gait as a biometric, via phase-weighted magnitude spectra. In 1st Int. Conf. audio and video based biometric person </a:t>
            </a:r>
            <a:r>
              <a:rPr lang="en-US" dirty="0" err="1"/>
              <a:t>authentification</a:t>
            </a:r>
            <a:r>
              <a:rPr lang="en-US" dirty="0"/>
              <a:t>, 1997.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[5] A. </a:t>
            </a:r>
            <a:r>
              <a:rPr lang="en-US" dirty="0" err="1"/>
              <a:t>Elgammal</a:t>
            </a:r>
            <a:r>
              <a:rPr lang="en-US" dirty="0"/>
              <a:t>, D. Harwood, and L. Davis. Non-parametric model for background subtraction. In 6th European Conference on Computer Vision, 2000. </a:t>
            </a:r>
          </a:p>
          <a:p>
            <a:pPr algn="just"/>
            <a:r>
              <a:rPr lang="en-US" dirty="0"/>
              <a:t>[6] J. P. Foster, M. S. Nixon, and A. </a:t>
            </a:r>
            <a:r>
              <a:rPr lang="en-US" dirty="0" err="1"/>
              <a:t>Prudel</a:t>
            </a:r>
            <a:r>
              <a:rPr lang="en-US" dirty="0"/>
              <a:t>-Bennett. Automatic gait recognition using area-based metrics. Pattern Recognition Letters, 24(14):2489–2497, 2001.</a:t>
            </a:r>
          </a:p>
          <a:p>
            <a:pPr algn="just"/>
            <a:r>
              <a:rPr lang="en-US" dirty="0"/>
              <a:t>[7] R. Gross and J. Shi. The CMU Motion of Body (</a:t>
            </a:r>
            <a:r>
              <a:rPr lang="en-US" dirty="0" err="1"/>
              <a:t>MoBo</a:t>
            </a:r>
            <a:r>
              <a:rPr lang="en-US" dirty="0"/>
              <a:t>) database. Technical Report CMU-RI-TR-01-18, Robotics Institute, Carnegie Mellon University, Pittsburgh, PA, June 2001. </a:t>
            </a:r>
          </a:p>
          <a:p>
            <a:pPr algn="just"/>
            <a:r>
              <a:rPr lang="en-US" dirty="0"/>
              <a:t>[8] J.B. </a:t>
            </a:r>
            <a:r>
              <a:rPr lang="en-US" dirty="0" err="1"/>
              <a:t>Hayfron-Acquah</a:t>
            </a:r>
            <a:r>
              <a:rPr lang="en-US" dirty="0"/>
              <a:t>, M.S. Nixon, and J.N. Carter. Automatic gait recognition by symmetry analysis. Pattern Recognition Letters, 24(13):2175–2183, September 2003.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06762"/>
          </a:xfrm>
        </p:spPr>
        <p:txBody>
          <a:bodyPr>
            <a:noAutofit/>
          </a:bodyPr>
          <a:lstStyle/>
          <a:p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Gait Recognition And Classification Using Image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BD5B-FB61-4B5D-8E15-84383BBC546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1349</Words>
  <Application>Microsoft Office PowerPoint</Application>
  <PresentationFormat>On-screen Show (4:3)</PresentationFormat>
  <Paragraphs>155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Human Gait Recognition And Classification Using Image Processing</vt:lpstr>
      <vt:lpstr>CONTENTS</vt:lpstr>
      <vt:lpstr>AIM&amp;OBJECTIVE</vt:lpstr>
      <vt:lpstr>OBJECTIVE</vt:lpstr>
      <vt:lpstr>LITERATURE SURVEY</vt:lpstr>
      <vt:lpstr>EXISTING SYSTEM</vt:lpstr>
      <vt:lpstr>DISADVANTAGES</vt:lpstr>
      <vt:lpstr>PROPOSED SYSTEM</vt:lpstr>
      <vt:lpstr>Human Features</vt:lpstr>
      <vt:lpstr>FLOW DIAGRAM</vt:lpstr>
      <vt:lpstr>ADVANTAGES</vt:lpstr>
      <vt:lpstr>    1: Initialization of body shape model</vt:lpstr>
      <vt:lpstr>2: Tracking </vt:lpstr>
      <vt:lpstr> 3: Recognition</vt:lpstr>
      <vt:lpstr>4: Recognition Features</vt:lpstr>
      <vt:lpstr>RESULTS</vt:lpstr>
      <vt:lpstr>RESULTS</vt:lpstr>
      <vt:lpstr>RESULTS</vt:lpstr>
      <vt:lpstr>RESULTS</vt:lpstr>
      <vt:lpstr>CONCLUSION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DESIGN AND IMPLEMENTATION OF RECONFIGURABLE MULTI-CLOCK RINGNET BASED MPSOC FOR FPGA    </dc:title>
  <cp:lastModifiedBy>Madhan M09</cp:lastModifiedBy>
  <cp:revision>40</cp:revision>
  <dcterms:modified xsi:type="dcterms:W3CDTF">2022-09-15T11:50:13Z</dcterms:modified>
</cp:coreProperties>
</file>